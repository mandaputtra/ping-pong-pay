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303520" y="914400"/>
            <a:ext cx="3291840" cy="3291840"/>
          </a:xfrm>
          <a:prstGeom prst="ellipse">
            <a:avLst/>
          </a:prstGeom>
          <a:solidFill>
            <a:srgbClr val="0E1B33"/>
          </a:solidFill>
          <a:ln w="25400">
            <a:solidFill>
              <a:srgbClr val="2A3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1371600"/>
            <a:ext cx="2377440" cy="2377440"/>
          </a:xfrm>
          <a:prstGeom prst="ellipse">
            <a:avLst/>
          </a:prstGeom>
          <a:solidFill>
            <a:srgbClr val="0E1B33"/>
          </a:solidFill>
          <a:ln w="25400">
            <a:solidFill>
              <a:srgbClr val="4A5F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828800"/>
            <a:ext cx="1463040" cy="1463040"/>
          </a:xfrm>
          <a:prstGeom prst="ellipse">
            <a:avLst/>
          </a:prstGeom>
          <a:solidFill>
            <a:srgbClr val="0E1B33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80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Arteri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31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Approved. Paid.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 gives freelancers instant payments. Faster than a bank, cheaper than a marketplace, as easy as a link.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link, your client pays, and the money is yours in about a second.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 Metropolis Hackathon · Track 02, Consumer Products &amp; Payments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18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29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768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hurts today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35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Arteri does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346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93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build for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1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Flow, tech, and why Monad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1618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TAM, SAM, SOM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029968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2029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22768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and user feedback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688336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6344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2935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earn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3346704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03520" y="3346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303520" y="3593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compared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4005072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634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5303520" y="4251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next, later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Sarah's work was approved. Her money is 14 days away.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2402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take it up front. On a $500 job, up to $100 is gone.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5361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7–14 days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2221992"/>
            <a:ext cx="22402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approved but unusable until the platform releases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5361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~9%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221992"/>
            <a:ext cx="22402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workarounds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PayPal, Wise, and Stripe stack fees, and what works depends on your country.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0E1B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approved, money untouchable. That gap is the problem.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a link. Get paid in about a second.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request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+ 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link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channel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taps Pay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ID, done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lands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updates live in USD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182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39312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clearing period, no holds.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6898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1860" y="3182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451860" y="3639312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fee per transaction, far below the 10–20% marketplaces take.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8076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3182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Borderless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639312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itself is the same in any country.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TARGET MARKET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Sarah, 29, freelance designer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01952"/>
            <a:ext cx="3657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clients at once, $150–$1,500 projects. Waits 7–14 days and loses 10–20%. Wants money the moment work is approved, without learning anything new.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444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Alex, 34, startup founder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01952"/>
            <a:ext cx="3657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Sarah directly and repeatedly. Dislikes marketplace fees but has no simple, safe alternative. Wants a payment that feels like a normal invoice link.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BE4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freelancers with a direct client, especially across borders.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PRODUCT · USER 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taps for the client. Zero learning curve.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93392"/>
            <a:ext cx="3657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Face ID or fingerprint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request: amount + description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link anywhere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balance update live, withdraw when you want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93392"/>
            <a:ext cx="3657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link: see amount, description, name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or sign up with Face 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add a tip, then tap Pay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"Payment sent". Nothing else to 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on Monad in under a second. Tap to receipt in under 3 seconds.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PRODUCT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inside. Dollars outside.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users see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underneath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ID sign-up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passkey creates a wallet. No seed phrase.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"$500 paid"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USDC moves directly from client wallet to freelancer wallet.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Pay button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on-chain transaction. Network gas is covered by Arteri.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Wallet screen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Checkable balance and history, added because early users asked for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never hold your money. Payments go straight from wallet to wallet.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PRODUCT · WHY MONAD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"Instant" only works if it is actually instant.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sec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13432"/>
            <a:ext cx="22402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feels like a card tap, not a bank transfer.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5361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2313432"/>
            <a:ext cx="22402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low that Arteri can absorb them invisibly.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5361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EVM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313432"/>
            <a:ext cx="22402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standard tools: Privy or Dynamic, viem, Solidity.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Monad: speed and cost are what make a freelancer payment product possible.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MARKET SIZE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narrow, where the pain is sharpest.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E1B33"/>
          </a:solidFill>
          <a:ln w="12700">
            <a:solidFill>
              <a:srgbClr val="0E1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1.57B freelancers worldwide (~46% of the global workforce)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6035040" cy="822960"/>
          </a:xfrm>
          <a:prstGeom prst="roundRect">
            <a:avLst>
              <a:gd name="adj" fmla="val 11111"/>
            </a:avLst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with direct client relationships. We start where marketplaces end.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freelancers with repeat clients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[X] freelancers × [Y] payments per year × $[Z] average payment.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MARKET VALIDATION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is moving here, and users shaped our product.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700k+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933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contractors; $250M+ paid in crypto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1536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9933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Remote USDC payouts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36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$1.5B+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935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lifetime volume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297180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8920" y="3136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 → 9.6%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5935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paid in crypto in a year (Pantera)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371600"/>
            <a:ext cx="37490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536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[N] freelancers told us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1993392"/>
            <a:ext cx="338328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my balance and activity (built)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clients add a tip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an income summary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split big projects (roadmap)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invoice templates (roadmap)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BUSINESS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fee per transaction. Not 10–20%.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$500 job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0195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$100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BE4E5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Arteri, $500 job at [X]% per transaction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0195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$[Y]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107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stream: optional Plus tier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6791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templates, milestone payments, and the income dashboard. The core payment flow is available on every tier.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COMPETITION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built for one direct, instant payment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691640"/>
                <a:gridCol w="1554480"/>
                <a:gridCol w="1600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PayPal.me / Wise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platforms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cycles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second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fee per 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one direct 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+ 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or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 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link, tap Pay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where we are and what is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93392"/>
            <a:ext cx="22402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 sign-up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Create-and-pay loop on Monad testnet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balance and Wallet 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536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1993392"/>
            <a:ext cx="22402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income summary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off-ramp partner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funding for first-time clients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536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993392"/>
            <a:ext cx="22402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templates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payments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uses a test stablecoin and a simulated withdrawal. Real USDC is a one-line config swap.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Arteri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moves the moment work is done.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[off-ramp partners · pilot freelancers · feedback]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2026-09-29T04:51:40Z</dcterms:created>
  <dcterms:modified xsi:type="dcterms:W3CDTF">2026-09-29T04:51:40Z</dcterms:modified>
</cp:coreProperties>
</file>